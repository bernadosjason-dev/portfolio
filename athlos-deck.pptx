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Athlos is live in Cagayan de Oro. This deck has one section for each audience; skip what doesn't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live numbers before presenting: players, verified players, matches logged, tournaments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1097280"/>
            <a:ext cx="5029200" cy="5029200"/>
          </a:xfrm>
          <a:prstGeom prst="ellipse">
            <a:avLst/>
          </a:prstGeom>
          <a:solidFill>
            <a:srgbClr val="1D6AFD">
              <a:alpha val="20000"/>
            </a:srgbClr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377440"/>
            <a:ext cx="3291840" cy="3291840"/>
          </a:xfrm>
          <a:prstGeom prst="ellipse">
            <a:avLst/>
          </a:prstGeom>
          <a:solidFill>
            <a:srgbClr val="F5A70F">
              <a:alpha val="15000"/>
            </a:srgbClr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ATHLOS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CE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Dominate the Court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pickleball platform for Cagayan de Oro: trusted ratings, clubs, tournaments and certified officials, in one app.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athlos-ph.vercel.app  ·  For players, organizers, sponsors and investors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6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pickleball runs on group chats and spreadsheets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1508760"/>
          </a:xfrm>
          <a:prstGeom prst="roundRect">
            <a:avLst>
              <a:gd name="adj" fmla="val 7273"/>
            </a:avLst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84048" cy="384048"/>
          </a:xfrm>
          <a:prstGeom prst="ellipse">
            <a:avLst/>
          </a:prstGeom>
          <a:solidFill>
            <a:srgbClr val="1D6A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21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nobody trusts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5059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live in Messenger threads. No shared record, no fair rating, easy to fake.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463040"/>
            <a:ext cx="3840480" cy="1508760"/>
          </a:xfrm>
          <a:prstGeom prst="roundRect">
            <a:avLst>
              <a:gd name="adj" fmla="val 7273"/>
            </a:avLst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645920"/>
            <a:ext cx="384048" cy="384048"/>
          </a:xfrm>
          <a:prstGeom prst="ellipse">
            <a:avLst/>
          </a:prstGeom>
          <a:solidFill>
            <a:srgbClr val="1D6A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121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 by hand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45059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in spreadsheets, entry fees as GCash screenshots, check-in on paper lists.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3840480" cy="1508760"/>
          </a:xfrm>
          <a:prstGeom prst="roundRect">
            <a:avLst>
              <a:gd name="adj" fmla="val 7273"/>
            </a:avLst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37560"/>
            <a:ext cx="384048" cy="384048"/>
          </a:xfrm>
          <a:prstGeom prst="ellipse">
            <a:avLst/>
          </a:prstGeom>
          <a:solidFill>
            <a:srgbClr val="1D6A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813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layer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4223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 who is a real referee, and disputes are settled by whoever shouts loudest.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154680"/>
            <a:ext cx="3840480" cy="1508760"/>
          </a:xfrm>
          <a:prstGeom prst="roundRect">
            <a:avLst>
              <a:gd name="adj" fmla="val 7273"/>
            </a:avLst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337560"/>
            <a:ext cx="384048" cy="384048"/>
          </a:xfrm>
          <a:prstGeom prst="ellipse">
            <a:avLst/>
          </a:prstGeom>
          <a:solidFill>
            <a:srgbClr val="1D6A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06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813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gaps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414223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Strangers can message anyone, including teenage players, with no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ATHLOS 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 for the whole game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0B1433"/>
          </a:solidFill>
          <a:ln w="12700">
            <a:solidFill>
              <a:srgbClr val="0B1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384048" cy="384048"/>
          </a:xfrm>
          <a:prstGeom prst="ellipse">
            <a:avLst/>
          </a:prstGeom>
          <a:solidFill>
            <a:srgbClr val="1D6A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95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&amp; rate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24912"/>
            <a:ext cx="1508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matches, confirm scores, earn an Elo rating and level.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73736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0B1433"/>
          </a:solidFill>
          <a:ln w="12700">
            <a:solidFill>
              <a:srgbClr val="0B14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920240"/>
            <a:ext cx="384048" cy="384048"/>
          </a:xfrm>
          <a:prstGeom prst="ellipse">
            <a:avLst/>
          </a:prstGeom>
          <a:solidFill>
            <a:srgbClr val="1D6A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889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395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724912"/>
            <a:ext cx="1508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club leaderboards, club matches and club chat.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0B1433"/>
          </a:solidFill>
          <a:ln w="12700">
            <a:solidFill>
              <a:srgbClr val="0B14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920240"/>
            <a:ext cx="384048" cy="384048"/>
          </a:xfrm>
          <a:prstGeom prst="ellipse">
            <a:avLst/>
          </a:prstGeom>
          <a:solidFill>
            <a:srgbClr val="1D6A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463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395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724912"/>
            <a:ext cx="1508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Wizard, auto-brackets, GCash fees, QR check-in, archives.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173736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0B1433"/>
          </a:solidFill>
          <a:ln w="12700">
            <a:solidFill>
              <a:srgbClr val="0B14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920240"/>
            <a:ext cx="384048" cy="384048"/>
          </a:xfrm>
          <a:prstGeom prst="ellipse">
            <a:avLst/>
          </a:prstGeom>
          <a:solidFill>
            <a:srgbClr val="F5A7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395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724912"/>
            <a:ext cx="1508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referees and ampers with their own ID card.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A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 in Cagayan de Oro, with a 12-venue court directory.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6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players: prove your level, find your game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 and a personal Athlos Pass (QR) for fast check-in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rating, level 1 to 10, form, win rates and a reliability score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game: matchmaking by rating, plus a directory of CDO courts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Clubs, messaging and Paddle Taps, with request inboxes and blocking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Props: teammates and opponents vouch for your sportsmanship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463040"/>
            <a:ext cx="2834640" cy="3017520"/>
          </a:xfrm>
          <a:prstGeom prst="roundRect">
            <a:avLst>
              <a:gd name="adj" fmla="val 4839"/>
            </a:avLst>
          </a:prstGeom>
          <a:solidFill>
            <a:srgbClr val="070D24"/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1737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play, rate, join clubs and enter tournaments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₱499 / 90 days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 Taps, deeper stats, club creation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6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organizers: run an event from one screen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508760"/>
            <a:ext cx="548640" cy="548640"/>
          </a:xfrm>
          <a:prstGeom prst="ellipse">
            <a:avLst/>
          </a:prstGeom>
          <a:solidFill>
            <a:srgbClr val="1D6A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45920" y="1783080"/>
            <a:ext cx="1097280" cy="0"/>
          </a:xfrm>
          <a:prstGeom prst="line">
            <a:avLst/>
          </a:prstGeom>
          <a:noFill/>
          <a:ln w="25400">
            <a:solidFill>
              <a:srgbClr val="DC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060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wizard: singles, doubles, mixed; elimination, round robin or Swiss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508760"/>
            <a:ext cx="548640" cy="548640"/>
          </a:xfrm>
          <a:prstGeom prst="ellipse">
            <a:avLst/>
          </a:prstGeom>
          <a:solidFill>
            <a:srgbClr val="1D6AF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74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1097280" cy="0"/>
          </a:xfrm>
          <a:prstGeom prst="line">
            <a:avLst/>
          </a:prstGeom>
          <a:noFill/>
          <a:ln w="25400">
            <a:solidFill>
              <a:srgbClr val="DCE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9456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pay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6060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pay entry fees straight to your GCash. Athlos takes 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508760"/>
            <a:ext cx="548640" cy="548640"/>
          </a:xfrm>
          <a:prstGeom prst="ellipse">
            <a:avLst/>
          </a:prstGeom>
          <a:solidFill>
            <a:srgbClr val="1D6A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434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37760" y="1783080"/>
            <a:ext cx="1097280" cy="0"/>
          </a:xfrm>
          <a:prstGeom prst="line">
            <a:avLst/>
          </a:prstGeom>
          <a:noFill/>
          <a:ln w="25400">
            <a:solidFill>
              <a:srgbClr val="DCE7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4048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6060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each player's Athlos Pass at the desk; see who's here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1508760"/>
            <a:ext cx="548640" cy="548640"/>
          </a:xfrm>
          <a:prstGeom prst="ellipse">
            <a:avLst/>
          </a:prstGeom>
          <a:solidFill>
            <a:srgbClr val="F5A70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893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83680" y="1783080"/>
            <a:ext cx="1097280" cy="0"/>
          </a:xfrm>
          <a:prstGeom prst="line">
            <a:avLst/>
          </a:prstGeom>
          <a:noFill/>
          <a:ln w="25400">
            <a:solidFill>
              <a:srgbClr val="DCE7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&amp; confirm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26060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reports, your referee confirms. Bracket advances itself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1508760"/>
            <a:ext cx="548640" cy="548640"/>
          </a:xfrm>
          <a:prstGeom prst="ellipse">
            <a:avLst/>
          </a:prstGeom>
          <a:solidFill>
            <a:srgbClr val="1D6AF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352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26060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of CSVs and a printable PDF report, with the audit log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D6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organizer brand page with promo buttons, announcements to players, live dashboard, real names only for your own entrants.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SAFETY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the product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 tournament results count toward Elo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A7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372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 tests on the database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13+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age; under 18 needs a guardian's consent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verification, dispute center and a permanent audit log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Strangers can't message players under 18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design: real names hidden, Data Privacy Act terms, essential cookies only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6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referees and ampers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quiz (80% to pass), organizer reference, certificate and events worked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levels: Line judge, Referee, Head referee. Renewed yearly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Referee ID with its own QR and a printable ID card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where organizers find, vet and message referees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0" y="1554480"/>
            <a:ext cx="2743200" cy="1737360"/>
          </a:xfrm>
          <a:prstGeom prst="roundRect">
            <a:avLst>
              <a:gd name="adj" fmla="val 7895"/>
            </a:avLst>
          </a:prstGeom>
          <a:solidFill>
            <a:srgbClr val="F5A70F"/>
          </a:solidFill>
          <a:ln w="12700">
            <a:solidFill>
              <a:srgbClr val="F5A70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70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ATHLOS · OFFICIAL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0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REFEREE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REF-2026-XXXXXX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70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12 months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scan the card to add an official to their event.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6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sponsors: reach verified local players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384048" cy="384048"/>
          </a:xfrm>
          <a:prstGeom prst="ellipse">
            <a:avLst/>
          </a:prstGeom>
          <a:solidFill>
            <a:srgbClr val="1D6A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67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sponsor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96312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on a tournament: event page, bracket, report and announcements.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691640"/>
            <a:ext cx="384048" cy="384048"/>
          </a:xfrm>
          <a:prstGeom prst="ellipse">
            <a:avLst/>
          </a:prstGeom>
          <a:solidFill>
            <a:srgbClr val="F5A7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67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&amp; venue partner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496312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in the CDO court directory, with directions and events at your venue.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384048" cy="384048"/>
          </a:xfrm>
          <a:prstGeom prst="ellipse">
            <a:avLst/>
          </a:prstGeom>
          <a:solidFill>
            <a:srgbClr val="1D6A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67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page placement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496312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buttons on organizer pages and posts in the players' updates feed.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6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ID-verified players with real ratings, not bots. Packages and pricing on request.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Athlos makes money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0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7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0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7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0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pays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7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Athlos Pro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₱499 per 90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Club setup fee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₱500 one-time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players creating a club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Sponsorships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event or season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Brands, venues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fees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(goes to organizers)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events, and the player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0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pay Athlos directly by GCash today; card and Maya checkout is built and switches on with PayMongo.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6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investors: built, tested, ready to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6A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migrations shipped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6A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 tests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6A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founder: built it end-to-end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6324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live pilot in Cagayan de Oro, pre-revenue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milestones: first 100 verified players, 3 partner venues, first paid tournament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 player growth, venue partnerships, legal review, card payments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6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6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CDO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1874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clubs, tournaments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check-in, officials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privacy framework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194560"/>
            <a:ext cx="1874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 sales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policy notices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 verified players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194560"/>
            <a:ext cx="1874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&amp; Maya checkout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push notifications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rally scoring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194560"/>
            <a:ext cx="1874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Mindanao cities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Inter-club leagues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dashboards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the court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0B1433"/>
          </a:solidFill>
          <a:ln w="12700">
            <a:solidFill>
              <a:srgbClr val="0B14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208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free and verify your 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17720" y="150876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0B1433"/>
          </a:solidFill>
          <a:ln w="12700">
            <a:solidFill>
              <a:srgbClr val="0B14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0208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as a verified organizer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0B1433"/>
          </a:solidFill>
          <a:ln w="12700">
            <a:solidFill>
              <a:srgbClr val="0B14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552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brand on local events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274320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0B1433"/>
          </a:solidFill>
          <a:ln w="12700">
            <a:solidFill>
              <a:srgbClr val="0B14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2552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about scaling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athlos-ph.vercel.app  ·  Jason Bernados, Founder  ·  Cagayan de Oro City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2026-09-24T07:36:18Z</dcterms:created>
  <dcterms:modified xsi:type="dcterms:W3CDTF">2026-09-24T07:36:18Z</dcterms:modified>
</cp:coreProperties>
</file>